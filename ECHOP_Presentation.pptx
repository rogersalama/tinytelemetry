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0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71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40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2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8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2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7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3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8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2815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52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5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16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4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6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ECHOP v1</a:t>
            </a:r>
          </a:p>
          <a:p>
            <a:r>
              <a:t>Efficient Compact Header Optimization Protocol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t>Lightweight UDP-Based IoT Telemetry Protocol</a:t>
            </a:r>
          </a:p>
          <a:p>
            <a:endParaRPr/>
          </a:p>
          <a:p>
            <a:r>
              <a:t>CSE361 – Computer Networks Course Project</a:t>
            </a:r>
          </a:p>
          <a:p>
            <a:endParaRPr/>
          </a:p>
          <a:p>
            <a:r>
              <a:t>Abdelrahman Mostafa – Habiba Sherif – Mohamed Ashraf</a:t>
            </a:r>
          </a:p>
          <a:p>
            <a:r>
              <a:t>Roger Sherif – Rowaida Emad – Somaya Ahmad</a:t>
            </a:r>
          </a:p>
          <a:p>
            <a:endParaRPr/>
          </a:p>
          <a:p>
            <a:r>
              <a:t>Supervised by: Dr. Ayman Bahaa Eldin | Eng. Noha Wahdan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ECHOP v1 – Protocol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Sessionless application-layer protocol built on UDP</a:t>
            </a:r>
          </a:p>
          <a:p>
            <a:r>
              <a:t>10-byte fixed-size header for minimal overhead</a:t>
            </a:r>
          </a:p>
          <a:p>
            <a:r>
              <a:t>Batching support for multiple sensor readings per packet</a:t>
            </a:r>
          </a:p>
          <a:p>
            <a:r>
              <a:t>Smart payload compression (int32 vs float64)</a:t>
            </a:r>
          </a:p>
          <a:p>
            <a:r>
              <a:t>Receiver-driven reliability using NACKs (no ACK flooding)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Client (Sensor Node):</a:t>
            </a:r>
          </a:p>
          <a:p>
            <a:r>
              <a:t>- Reads sensor data periodically</a:t>
            </a:r>
          </a:p>
          <a:p>
            <a:r>
              <a:t>- Applies smart compression and encryption</a:t>
            </a:r>
          </a:p>
          <a:p>
            <a:r>
              <a:t>- Sends DATA, INIT, and HEARTBEAT messages</a:t>
            </a:r>
          </a:p>
          <a:p>
            <a:r>
              <a:t>Server (Collector):</a:t>
            </a:r>
          </a:p>
          <a:p>
            <a:r>
              <a:t>- Tracks per-device sequence numbers</a:t>
            </a:r>
          </a:p>
          <a:p>
            <a:r>
              <a:t>- Detects gaps and schedules NACKs</a:t>
            </a:r>
          </a:p>
          <a:p>
            <a:r>
              <a:t>- Reorders packets using jitter buffer</a:t>
            </a:r>
          </a:p>
          <a:p>
            <a:r>
              <a:t>- Logs results to CSV for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ECHOP v1 Header Format (10 Bytes)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DeviceID (4 bits) + BatchCount (4 bits)</a:t>
            </a:r>
          </a:p>
          <a:p>
            <a:r>
              <a:t>Sequence Number (16 bits)</a:t>
            </a:r>
          </a:p>
          <a:p>
            <a:r>
              <a:t>Timestamp (32 bits, UNIX epoch)</a:t>
            </a:r>
          </a:p>
          <a:p>
            <a:r>
              <a:t>Protocol Version (2 bits)</a:t>
            </a:r>
          </a:p>
          <a:p>
            <a:r>
              <a:t>Message Type (2 bits)</a:t>
            </a:r>
          </a:p>
          <a:p>
            <a:r>
              <a:t>Millisecond sub-field (10 bits total)</a:t>
            </a:r>
          </a:p>
          <a:p>
            <a:r>
              <a:t>Checksum (8 bits)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MSG_INIT: Session start and device registration</a:t>
            </a:r>
          </a:p>
          <a:p>
            <a:r>
              <a:t>MSG_DATA: Carries compressed and encrypted sensor data</a:t>
            </a:r>
          </a:p>
          <a:p>
            <a:r>
              <a:t>HEARTBEAT: Sent during idle periods to indicate liveness</a:t>
            </a:r>
          </a:p>
          <a:p>
            <a:r>
              <a:t>NACK_MSG: Sent by server to request retransmission of missing packets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Payload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 values are scaled by 10⁶ to preserve precision</a:t>
            </a:r>
          </a:p>
          <a:p>
            <a:r>
              <a:t>If scaled value fits in 32-bit signed integer → send int32</a:t>
            </a:r>
          </a:p>
          <a:p>
            <a:r>
              <a:t>Otherwise → fallback to float64 (8 bytes)</a:t>
            </a:r>
          </a:p>
          <a:p>
            <a:r>
              <a:t>Hybrid payload format with flags indicating float indices</a:t>
            </a:r>
          </a:p>
          <a:p>
            <a:r>
              <a:t>Achieves 30–50% payload size reduction in typical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Mechanism (NACK-Based)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Server tracks expected sequence number per device</a:t>
            </a:r>
          </a:p>
          <a:p>
            <a:r>
              <a:t>If received Seq &gt; expected → gap detected</a:t>
            </a:r>
          </a:p>
          <a:p>
            <a:r>
              <a:t>NACK is delayed (350 ms) to tolerate packet reordering</a:t>
            </a:r>
          </a:p>
          <a:p>
            <a:r>
              <a:t>Client retransmits exact packet from history buffer</a:t>
            </a:r>
          </a:p>
          <a:p>
            <a:r>
              <a:t>Avoids per-packet ACK overhead and reduces congestion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Packet Reordering &amp; Jitter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UDP packets may arrive out of order under network jitter</a:t>
            </a:r>
          </a:p>
          <a:p>
            <a:r>
              <a:t>Server inserts packets into a min-heap keyed by timestamp</a:t>
            </a:r>
          </a:p>
          <a:p>
            <a:r>
              <a:t>Packets held for a guard time (≈150 ms)</a:t>
            </a:r>
          </a:p>
          <a:p>
            <a:r>
              <a:t>Ensures correct temporal ordering before analysis and logging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</TotalTime>
  <Words>382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</vt:lpstr>
      <vt:lpstr>ECHOP v1 Efficient Compact Header Optimization Protocol</vt:lpstr>
      <vt:lpstr>ECHOP v1 – Protocol Overview</vt:lpstr>
      <vt:lpstr>System Architecture</vt:lpstr>
      <vt:lpstr>ECHOP v1 Header Format (10 Bytes)</vt:lpstr>
      <vt:lpstr>Message Types</vt:lpstr>
      <vt:lpstr>Smart Payload Compression</vt:lpstr>
      <vt:lpstr>Reliability Mechanism (NACK-Based)</vt:lpstr>
      <vt:lpstr>Packet Reordering &amp; Jitter Handling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Rogerr Sherif Selim Salama 22P0112</cp:lastModifiedBy>
  <cp:revision>2</cp:revision>
  <dcterms:created xsi:type="dcterms:W3CDTF">2013-01-27T09:14:16Z</dcterms:created>
  <dcterms:modified xsi:type="dcterms:W3CDTF">2025-12-25T03:37:16Z</dcterms:modified>
  <cp:category/>
</cp:coreProperties>
</file>